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9" r:id="rId6"/>
    <p:sldId id="260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6304BF-3341-4869-B0CA-E0BB9DFA3CB2}" v="41" dt="2026-05-13T12:19:56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69" d="100"/>
          <a:sy n="69" d="100"/>
        </p:scale>
        <p:origin x="7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o Gonçalves" userId="ce2b240a563eacda" providerId="LiveId" clId="{2B7EC052-68F2-487C-BA56-D72A21129716}"/>
    <pc:docChg chg="undo custSel addSld delSld modSld">
      <pc:chgData name="Cristiano Gonçalves" userId="ce2b240a563eacda" providerId="LiveId" clId="{2B7EC052-68F2-487C-BA56-D72A21129716}" dt="2026-05-13T12:13:03.067" v="18" actId="1076"/>
      <pc:docMkLst>
        <pc:docMk/>
      </pc:docMkLst>
      <pc:sldChg chg="addSp delSp del mod">
        <pc:chgData name="Cristiano Gonçalves" userId="ce2b240a563eacda" providerId="LiveId" clId="{2B7EC052-68F2-487C-BA56-D72A21129716}" dt="2026-05-13T12:09:31.028" v="12" actId="2696"/>
        <pc:sldMkLst>
          <pc:docMk/>
          <pc:sldMk cId="2747143050" sldId="258"/>
        </pc:sldMkLst>
        <pc:graphicFrameChg chg="add del">
          <ac:chgData name="Cristiano Gonçalves" userId="ce2b240a563eacda" providerId="LiveId" clId="{2B7EC052-68F2-487C-BA56-D72A21129716}" dt="2026-05-13T11:46:48.203" v="1"/>
          <ac:graphicFrameMkLst>
            <pc:docMk/>
            <pc:sldMk cId="2747143050" sldId="258"/>
            <ac:graphicFrameMk id="4" creationId="{E298CDDA-09C2-8709-A893-D1B236182BCE}"/>
          </ac:graphicFrameMkLst>
        </pc:graphicFrameChg>
        <pc:graphicFrameChg chg="add del">
          <ac:chgData name="Cristiano Gonçalves" userId="ce2b240a563eacda" providerId="LiveId" clId="{2B7EC052-68F2-487C-BA56-D72A21129716}" dt="2026-05-13T11:58:19.268" v="6" actId="478"/>
          <ac:graphicFrameMkLst>
            <pc:docMk/>
            <pc:sldMk cId="2747143050" sldId="258"/>
            <ac:graphicFrameMk id="5" creationId="{5A3915EE-BE71-80FF-BA54-3A05048112FC}"/>
          </ac:graphicFrameMkLst>
        </pc:graphicFrameChg>
        <pc:graphicFrameChg chg="add">
          <ac:chgData name="Cristiano Gonçalves" userId="ce2b240a563eacda" providerId="LiveId" clId="{2B7EC052-68F2-487C-BA56-D72A21129716}" dt="2026-05-13T11:59:04.072" v="7"/>
          <ac:graphicFrameMkLst>
            <pc:docMk/>
            <pc:sldMk cId="2747143050" sldId="258"/>
            <ac:graphicFrameMk id="6" creationId="{7602A54A-1627-6C07-1A12-9D5B0BE0AB95}"/>
          </ac:graphicFrameMkLst>
        </pc:graphicFrameChg>
      </pc:sldChg>
      <pc:sldChg chg="addSp new del">
        <pc:chgData name="Cristiano Gonçalves" userId="ce2b240a563eacda" providerId="LiveId" clId="{2B7EC052-68F2-487C-BA56-D72A21129716}" dt="2026-05-13T11:56:07.997" v="5" actId="2696"/>
        <pc:sldMkLst>
          <pc:docMk/>
          <pc:sldMk cId="1977544684" sldId="260"/>
        </pc:sldMkLst>
        <pc:graphicFrameChg chg="add">
          <ac:chgData name="Cristiano Gonçalves" userId="ce2b240a563eacda" providerId="LiveId" clId="{2B7EC052-68F2-487C-BA56-D72A21129716}" dt="2026-05-13T11:51:35.471" v="4"/>
          <ac:graphicFrameMkLst>
            <pc:docMk/>
            <pc:sldMk cId="1977544684" sldId="260"/>
            <ac:graphicFrameMk id="2" creationId="{4B391B68-638D-A9CA-ABCD-136E1404430B}"/>
          </ac:graphicFrameMkLst>
        </pc:graphicFrameChg>
      </pc:sldChg>
      <pc:sldChg chg="addSp delSp modSp new mod">
        <pc:chgData name="Cristiano Gonçalves" userId="ce2b240a563eacda" providerId="LiveId" clId="{2B7EC052-68F2-487C-BA56-D72A21129716}" dt="2026-05-13T12:13:03.067" v="18" actId="1076"/>
        <pc:sldMkLst>
          <pc:docMk/>
          <pc:sldMk cId="2992781371" sldId="260"/>
        </pc:sldMkLst>
        <pc:spChg chg="add">
          <ac:chgData name="Cristiano Gonçalves" userId="ce2b240a563eacda" providerId="LiveId" clId="{2B7EC052-68F2-487C-BA56-D72A21129716}" dt="2026-05-13T12:03:28.323" v="9" actId="22"/>
          <ac:spMkLst>
            <pc:docMk/>
            <pc:sldMk cId="2992781371" sldId="260"/>
            <ac:spMk id="3" creationId="{5202D0A4-2EEF-5B0A-25E0-B58BC46E40D4}"/>
          </ac:spMkLst>
        </pc:spChg>
        <pc:graphicFrameChg chg="add del mod">
          <ac:chgData name="Cristiano Gonçalves" userId="ce2b240a563eacda" providerId="LiveId" clId="{2B7EC052-68F2-487C-BA56-D72A21129716}" dt="2026-05-13T12:12:48.913" v="17" actId="478"/>
          <ac:graphicFrameMkLst>
            <pc:docMk/>
            <pc:sldMk cId="2992781371" sldId="260"/>
            <ac:graphicFrameMk id="4" creationId="{6E65E6BF-01CC-9900-7393-B7BB985FAA0F}"/>
          </ac:graphicFrameMkLst>
        </pc:graphicFrameChg>
        <pc:graphicFrameChg chg="add mod">
          <ac:chgData name="Cristiano Gonçalves" userId="ce2b240a563eacda" providerId="LiveId" clId="{2B7EC052-68F2-487C-BA56-D72A21129716}" dt="2026-05-13T12:13:03.067" v="18" actId="1076"/>
          <ac:graphicFrameMkLst>
            <pc:docMk/>
            <pc:sldMk cId="2992781371" sldId="260"/>
            <ac:graphicFrameMk id="5" creationId="{48FE61FD-1A9C-2F61-B5E2-8D771289412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Ícone para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1042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202D0A4-2EEF-5B0A-25E0-B58BC46E40D4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https://app.powerbi.com/links/TsN2qr8k5t?ctid=d8130ae1-be64-49d6-9ca7-9a629b044be0&amp;pbi_source=linkShare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5" name="Add-in" descr="Conteúdo do suplemento Microsoft Power BI.">
                <a:extLst>
                  <a:ext uri="{FF2B5EF4-FFF2-40B4-BE49-F238E27FC236}">
                    <a16:creationId xmlns:a16="http://schemas.microsoft.com/office/drawing/2014/main" id="{48FE61FD-1A9C-2F61-B5E2-8D7712894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9689658"/>
                  </p:ext>
                </p:extLst>
              </p:nvPr>
            </p:nvGraphicFramePr>
            <p:xfrm>
              <a:off x="554757" y="761137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5" name="Add-in" descr="Conteúdo do suplemento Microsoft Power BI.">
                <a:extLst>
                  <a:ext uri="{FF2B5EF4-FFF2-40B4-BE49-F238E27FC236}">
                    <a16:creationId xmlns:a16="http://schemas.microsoft.com/office/drawing/2014/main" id="{48FE61FD-1A9C-2F61-B5E2-8D77128941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757" y="761137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27813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954ccf61-2f96-49cd-b3e5-d177885425c4}">
  <we:reference id="WA200003233" version="2.0.0.3" store="pt-BR" storeType="OMEX"/>
  <we:alternateReferences/>
  <we:properties>
    <we:property name="Microsoft.Office.CampaignId" value="&quot;none&quot;"/>
    <we:property name="reportUrl" value="&quot;/groups/me/reports/dadbf441-fd0c-40dd-8155-66e6c994f3c2/681ed9e95e496e52116e?bookmarkGuid=40a3a043-4dda-4fda-9b22-e311edeee3e5&amp;bookmarkUsage=1&amp;ctid=d8130ae1-be64-49d6-9ca7-9a629b044be0&amp;fromEntryPoint=export&quot;"/>
    <we:property name="reportState" value="&quot;CONNECTED&quot;"/>
    <we:property name="artifactViewState" value="&quot;live&quot;"/>
    <we:property name="reportEmbeddedTime" value="&quot;2026-05-13T10:44:44.454Z&quot;"/>
    <we:property name="creatorSessionId" value="&quot;cbc0bb3e-eb75-4b2d-9b39-3f46b63a4d09&quot;"/>
    <we:property name="creatorUserId" value="&quot;1003200449A686A5&quot;"/>
    <we:property name="creatorTenantId" value="&quot;d8130ae1-be64-49d6-9ca7-9a629b044be0&quot;"/>
    <we:property name="pageDisplayName" value="&quot;Página 1&quot;"/>
    <we:property name="pageName" value="&quot;681ed9e95e496e52116e&quot;"/>
    <we:property name="reportName" value="&quot;Relatorio_Vendas_e_Lucro_PowerBI&quot;"/>
    <we:property name="isVisualContainerHeaderHidden" value="false"/>
    <we:property name="isFiltersActionButtonVisible" value="true"/>
    <we:property name="initialStateBookmark" value="&quot;H4sIAAAAAAAAA+1YzW7jNhB+FUOXvTiGKMuKlVt+0SDJbhAH6aEIFjQ5krmgRS1FpXEDP1D7GvtiHZKSd504cdebNqjbgwF6OCS/mflmONRDwEVVSjp7T6cQ7AWnBReMcqU7JOgGhRcefPhwdrF/dfbx/f7FMYpVaYQqqmDvITBU52BuRFVTabdA4S+33YBKeUlz+y+jsoJuUIKuVEGl+A28Mk4ZXcO8G8B9KZWmdsuRoQbstneojv/xbNLr44mUGXEHI2DGS5MhAZ5COoA4TWAQEZIAqlVewSFbqWK3dscfqsJQUeAxVhaxcUp2Q8IGcTYe9kMyTsZWnglpGpXx7Pi+1Ggd2jwrrVcOEWuuNLpLBs4KDZUH/RAcKllP3eh4ST5StWZwBZmbKowwM9xpNAEwJJijMy61Qlc5KQ55zYwTT9SvhxrwQB7shfPuAsM+v6MFQ+ljAPt5riGnpvl7/OroRlRC5xKtBzdzUhdNbMKneG9RUokil03sv4bh2ptRCjicUG0st8afMIjW5bhIaQ76YOa8fiR0G/6o+wj4m1o7v235iQs+fcPAhiAe/usy4nZup0hGGGURgf7umDGCHOfw76btBdCq1vBjCC6+/M4F7dxBwekKGGvZSFH3h+j4d1jxdiwDspulyXBIBoN+OIgJ4Vm0lmVvV5g6Nler9UWp+49lxAjyKRQbZsRPAjTVbDI7hzuQT4Es5p9OtRBuqBb+enWgNzCmaQ4WGwVL9h3ZS9uqfYOlGX+ukcIcOpwa6mPSmBHsF+pFh7wUlG31ycWXP6pNChaTdYWpCNyzdWXtWl87ttWrDdO218CGNr5ap1k4TIZRf7DLQqD9hMUpt1heJJCBezNW98ucsbuFdMiSNI7TQT9NowSieDfevPZvawD+r2WvV8sqiU22XmJiMAV8ZNpBDvhis4uQbKUHKKD6Ssjl0U37iMQG7USrqVvWmGoDsfDEucLIWCuv6VjCxyFNkyTK0p2Y9MlO3CdsZ8jSbCdiGSdpFA9pOMblHnBoG7OfJ2DbPdeA4QO6bW5OHzUO1V/v0dpQItBH3YQnGx56Q2Xt3tu457kw3jEPXox6UUjic6tp64L92TU2Tiu8N1X+4QAuk1du9+6AVoK9s52o2+6ZG2UBanuZ/d+5T7oBPi8nwE9cSh35D0WnBqY+wMJfLAxPO+W+WZ6WiKNqW+f235kobPLbEzLz/V31Jum5Mmm6wZXIJ+YZhrcJ4y6+5a9idiqw+YMJQouq/VLl3aCVdKOW+6gmrSf97Oca9Awtcho+bj1rS28Rsd6KePQsYNxIVOgqScvKVk/7vQxFHJxjzmD2HfXk9Z3p0F2Komih2ZTY0FrHuGfMXT4DlbRSLoStI9qSU9RSImMnQnINRcPQZZVnK2X/vLXoWuV4OS2Oa0rnfPV9pGpTlZTBJS1gRVl1bOHA15RW94k0cIfgVSgwLGsWWGiLQjyf/wmmqwtAxBUAAA==&quot;"/>
    <we:property name="bookmark" value="&quot;H4sIAAAAAAAAA+1YzW7jNhB+lUCXvTiBKMmylFs2P2iw2SJYB+mhCAqKHMlc0KKWotK4gR+ofY19sQ5JybtOnKTrTRs07cEATQ6H38x8MxzqNuCibSRd/EjnEOwHpzUXjHKld0gwCmo/ScOIxeW4oEWUU84mUcY5rqrGCFW3wf5tYKiuwFyKtqPSasLJn69GAZXynFb2X0llC6OgAd2qmkrxG3hhXDK6g+UogJtGKk2tyqmhBqzaaxTH/wiB7MV4ImVGXMMUmPGzaUaA55CPIclTGEeEpIBirRdwyDaKWNXu+ENVGypqPMbORazIySQkbJyURRaHpEgLO18KaXqRYnF802i0Dm1eNNY5h4i1Uhq9JgNnhYbWg74NDpXs5m50vDY/VZ1m8AFKt1QbYRaoaToDMCRYojPOtUJXuVkc8o4ZNz1Tvx5qwAN5sB8uRysMB/ya1gz4PQAHVaWhoqb/e/zs6KZUws45Wg9u5aSr+9iE9/Fe4Uwr6kr2sf8ShgtvRiPgcEa1sdwqPmIQrctxk9Ic9NuF8/qR0EP4o9Ed4C9q7fJq4Cdu+PgVA3uCePjPy4irpV0iJWGURQTiScEYQY5z+HfT9j3QttPwfQjef/6dC7pzDTWnG2A8yUaKst9Fx7/DipdjGZBJmadZRsbjOBwnhPAyepJlL1eYdmyutk8XpdE/lhFTqOZQb5kRPwjQVLPZ4gyuQd4Hslq/vzRAuKRa+OvVgd7CmL5HWCkK1uw7spe2FfsKSz/+1CGFOexwaqiPSW9GcFCrRx3yWFBeq0/ef/6j3aZgMdm1mIrAPVs31q6na8dr9WrPtNdrYE8bX63zMszSLIrHExYCjVOW5NxieZRABm5MoW7WOWO1hTRjaZ4k+TjO8yiFKJkk29f+1xqA/2vZ89WyVmKTrdeYGMwBH5l2UAG+2OwmJFvjAQpovxByfXQ5PCKxQTvRau629abaQKw8caYwMtbKC1pI+CWjeZpGZb6bkJjsJjFhuxnLy92IlZzkUZLRsMDtHnBoG7OfZmDbPdeA4Tt6aG5O7zQO7V/v0YZQItA73YQnGx56SWXn3tuo80wY75hbP41yUUiSMytp64L92T02Thu8N1f+4QAukzeqe/OWtoK9sZ2oU/fAjbIC9XqZ/d+5T0YBPi9nwE9cSh3570WnBuY+wMJfLAxPO+W+WZ43iKMdWufh3ztR2+S3J5Tm27vqbdJzY9KMgg+impkHGD4kjLv41j+O2aXA5g8mCK3b4UuVd4NW0o0G7qOYtJ70q5860Au0yEn4uO1ZW/ZWEdvbEI89CxgViRZdJWnT2uppv5fhFAfnmHew+IZ68vzOdOjORV0P0GxKbGmtY9wD5q6fgUJaKRfCwRFDyak7KZGxMyG5hrpn6LrIg5UyPhssulAVXk6r4/rSudx8H6nOtA1lcE5r2FBWHVs48CdKq/tEuiqsy+Wfxp1MH5sVAAA=&quot;"/>
    <we:property name="datasetId" value="&quot;63fdc470-ccf5-4aca-a927-439512dffb89&quot;"/>
    <we:property name="embedUrl" value="&quot;/reportEmbed?reportId=dadbf441-fd0c-40dd-8155-66e6c994f3c2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6622750-b7eb-45bc-a811-9da6d200073b}">
  <we:reference id="WA200003233" version="2.0.0.3" store="pt-BR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91X227bMAz9lUDPwRDb8a1vXdphA7qhWLa+DHmgLTpVoUqeLGfJiv7QfmM/Nkp27+l6QYGmeYpMMiTPIUVJZ4yLppaw+gKnyHbYJ8VFCVybQcCGTHXCNAjyMoqLIK6yIE2ycZqlpNW1FVo1bOeMWTBztEeiaUE6TyT8MRsykPIQ5u6rAtngkNVoGq1Ait/YGZPKmhbPhwyXtdQGnMupBYvO7YLM6ZtSCN5FFBFKKxY4xdJ20ihMoyhLOYRhWkRZPK6SgsyazsBnttbEufbhJ1pZEIrCOFkOGYbjahRHUZAD8qoqfRqVkLY3KVb7y9oQOsK8qh05u3wBqkTOPASDTZfxGdudzw3Owfaf+zeUEy3b0zXyqW5NiV+x8iplhV1RjEooiiEcXedE1aHRRKTXDKYgsZN+aFXPy8h9HutfE4NEJHeCGUkaoeay5/2Kgm8djBIM71VU2eKEKHSA6W/acDTvVx7znjAX5IfDW6m/Kl4CSKI4pkYtsiRJYx5nSRHwcbgRBZweI9rgNpjvSthmMNWSb1sBn463KyCOyrwoI8jDDAoeBXE8jp3j/yK3uLSFXt6E7bwlVQFFkVdjGAUJpzmQ4miD24GWlbAPt8LwMtcJieba0MSWd9J9qR030a2yZsWe0ZK1wMkxGLuxDXkf4+ezi7OGLE6unSY94V3qL8/wzLdtPuKYAQ/irEoSxGhUVPFGtO39EJ7euvfm+1GgAVMerw5wgfJuapf6u6qLhI7AiO4i4WE8E15/I7p0xm4g3nNXFGd2LZ9+/bMVMOA44GChc9VDYbtKr9lHj9vP28zL579/mucMmFK2DW0J5F0frx02D+/jbWa277jtBtm3Tzc96cTncRiVozjNwjzPISqSB6fn6x6kj5iKb+wx8Yh9+UaeFa93EfDdfEUZO0V6Y7uFbm1TQ4mHoNDHrzsXAr0dNQ4o7irl18b9HggqR1eoI5Ctq5F/kTMfxkf7Bw8BbgoKEAAA&quot;"/>
    <we:property name="creatorSessionId" value="&quot;d4bb692d-9495-4448-af87-eb54db922fdc&quot;"/>
    <we:property name="creatorTenantId" value="&quot;d8130ae1-be64-49d6-9ca7-9a629b044be0&quot;"/>
    <we:property name="creatorUserId" value="&quot;1003200449A686A5&quot;"/>
    <we:property name="datasetId" value="&quot;63fdc470-ccf5-4aca-a927-439512dffb89&quot;"/>
    <we:property name="embedUrl" value="&quot;/reportEmbed?reportId=dadbf441-fd0c-40dd-8155-66e6c994f3c2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initialStateBookmark" value="&quot;H4sIAAAAAAAAA91X227bMAz9lUDPwRDbsWPvLU07bOgVzdaXIRhoi05UqJYny1mzoj+039iPjZLde7q0RYGmebJE0STPIUVJF4yLqpSwOIAzZB/Zl4KLDLjSHY91WdEItw4Pd/eHx7s/Dob7OyRWpRGqqNjHC2ZAT9GciKoGaU2Q8Puky0DKI5jaWQ6ywi4rUVeqACl+Y6NMS0bXeNlleF5KpcGaHBswaM3OSZ3m5Nv7EJBHyIyY4xgz00gDfxAE8YCD7w/SIA77eZSSWtUouMiWqljTzv1IFQZEQW6sLIEY/X7eC4PASwB5nmcujFxI06qki53zUhM6wrwoLStDPociQ84cBI1VE/EFG06nGqdg2unOncWRkvXZEvlY1TrDY8zdUmGEWZCPXBTkQ1i6LomqI62ISLfSGYPERvqpLlpeenY6U79GGolIbgUTklSimMqW9xsKvjYwMtC8XaLMpqdEoQVMvynNUW8tHOZtoa/I97v3Qn9TvASQRGHoJVkaR9Eg5GEcpR7v+2uRwPEM0Xj3wXwrhKk6YyX5piXw+XibBGIvS9IsgMSPIeWBF4b90Br+L3KD5yZV53dhW2tRnkKaJnkfel7EqQ8MsLfG5UDDXJjVpdC9jnVEoqnS1Krlg3Bfa8eNVF0YvWAvKMlS4GgG2qxtQT7G+OXk6qwhjdNbp0lLeBP66zM8cWWb9DjGwL0wzqMIMeilebgWZfs4hOeX7qPxfhaoQWezxR7OUT4M7Xr94dJVQCegRXORcDBeCK+9Cl0bY3cQb9srilW7FU87/lkL6HDscDDQmGqhsGGhluyjp+3nTeZl/++f6iUNJpN1RVsCeVPHS5vN6n28ycy2FbfZINvyabonnfg89IOsFw5iP0kSCNJoZfd824P0CV3xnT0mnrAv38mz4u0uAq6abyhjZ0hvbDtQtalKyPAICnT+y8aEQKdHhQMFt5lyY22/e4LS0STqBGRtc+Re5Mw5odyJVOKKH+w7nbmwXHT/ADaFUfYzEAAA&quot;"/>
    <we:property name="isFiltersActionButtonVisible" value="true"/>
    <we:property name="isVisualContainerHeaderHidden" value="false"/>
    <we:property name="pageDisplayName" value="&quot;Página 2&quot;"/>
    <we:property name="reportEmbeddedTime" value="&quot;2026-05-13T11:31:11.542Z&quot;"/>
    <we:property name="reportName" value="&quot;Relatorio_Vendas_e_Lucro_PowerBI&quot;"/>
    <we:property name="reportState" value="&quot;CONNECTED&quot;"/>
    <we:property name="reportUrl" value="&quot;/links/TsN2qr8k5t?ctid=d8130ae1-be64-49d6-9ca7-9a629b044be0&amp;pbi_source=linkShare&amp;bookmarkGuid=44c7a235-4576-4972-b5b4-54786adba611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715ECDA-A5DF-42D9-85C6-E6E3CC9BC9F2}">
  <we:reference id="WA200003233" version="2.0.0.3" store="pt-BR" storeType="OMEX"/>
  <we:alternateReferences/>
  <we:properties>
    <we:property name="Microsoft.Office.CampaignId" value="&quot;none&quot;"/>
    <we:property name="reportUrl" value="&quot;/groups/me/reports/dadbf441-fd0c-40dd-8155-66e6c994f3c2/6f7e394fbfb8a9203bcc?bookmarkGuid=46d22802-7c6a-4cd9-aebc-96cda01e6d35&amp;bookmarkUsage=1&amp;ctid=d8130ae1-be64-49d6-9ca7-9a629b044be0&amp;fromEntryPoint=export&quot;"/>
    <we:property name="reportState" value="&quot;CONNECTED&quot;"/>
    <we:property name="artifactViewState" value="&quot;live&quot;"/>
    <we:property name="reportEmbeddedTime" value="&quot;2026-05-13T12:01:10.917Z&quot;"/>
    <we:property name="creatorSessionId" value="&quot;44c62193-50ed-430f-b147-37ff75553768&quot;"/>
    <we:property name="creatorUserId" value="&quot;1003200449A686A5&quot;"/>
    <we:property name="creatorTenantId" value="&quot;d8130ae1-be64-49d6-9ca7-9a629b044be0&quot;"/>
    <we:property name="pageDisplayName" value="&quot;Página 3&quot;"/>
    <we:property name="pageName" value="&quot;6f7e394fbfb8a9203bcc&quot;"/>
    <we:property name="reportName" value="&quot;Relatorio_Vendas_e_Lucro_PowerBI&quot;"/>
    <we:property name="isVisualContainerHeaderHidden" value="false"/>
    <we:property name="isFiltersActionButtonVisible" value="true"/>
    <we:property name="initialStateBookmark" value="&quot;H4sIAAAAAAAAA81WUW/aMBD+K8jP0ZSEjAJvNGPS1LVFzdqXCU0X5xJcGTtyHFaG+O87O3RsDIkXRicesD+f7777/DnyhhWiqSWs72CJbMw+qUJwKLTpRSxgqgOv7+9vbicPN9/uJrdTgnVthVYNG2+YBVOhfRJNC9KlIPDrPGAg5QwqNytBNhiwGk2jFUjxA7tgWrKmxW3A8KWW2oBLmVmw6NKuKJzmVDt616eKwK1YYYbcduigvML+KCnzMh/CKA77OecU1nQBntnREJfal0+1siAUlXFYmETAB3EBYR9jiDBOktzhpZB2F5Kvpy+1oe6o53XtVEmJa6UNySWZ78Jg05HesFTLdulH0z/wTLeG4wOWfklZYdeUqRQKFBdOlC0JMjOa5PIrGVZLVNbDC/09NUhFCzYOt8EvHpNiRbsJPSQxqSqDFdjddPpPGNKwFB3Bj63anU/4N985IY1Qldyd//4ovnRt1ALTBRjr/JU/00E62WmTNgWa67VX/oMwrxaIgwPib9rtdv7qUYp4/s2FO5N09M/vivnWLSXl8H2YFIOQHD8cXA15OIpP2vcStskWiDY6pN/LQGJz2jLBRa9aqltl6aDe+qod1+xRCdv0Mi2LM1y1JdSHt+xy5t3r3Jk3LEIe86IcDvqQRzEv6XfBb+9xuf9vM5ztm3sBI5zS15nA+2DPgi2RHhVuoFvb1MBxBgp97bpLIdDHkeygCterHxv3/1mQa7pWn0C2rkv/BGG+CHUvcoknNriHCfO0PLufRRcc9iQJAAA=&quot;"/>
    <we:property name="bookmark" value="&quot;H4sIAAAAAAAAA81WwW7bMAz9lUBnY7AdJ3Fy67IOGDAMwbz1MuRAS5SrQpEMWc6aBfn3UXK6bFmAXrp08MESSZOPj0+C90yortWw+wQbZAv2wQjFQVg3yljCzGAsx1M+KUVZSIRCzgoEmJDXtl5Z07HFnnlwDfo71fWgQyYyflsnDLReQRN2EnSHCWvRddaAVj9wCCaXdz0eEoaPrbYOQsrKg8eQdkvhtCcI2ZsxVQTu1RYr5H6wTuUMx/NC1rIuYZ6n45pzCuuGgIjsYkhIHcsvrfGgDJUJtrTIgE9zAekYc8gwL4o62KXS/hhS724fW0fdUc+7NpCzJKyNdcSaZrELh90Aes+WVvebuLr9w17Z3nH8jDK6jFd+R5mkMmC4CqQciJCVs0RX9FTYbND4aL6335cOqahgi/SQ/MJxI7b0NVnPQdw0jcMG/HF7+08Q0lKqAeD73hznk/6Nd02WTplGH+d/GsWXoY1W4fIenA/6qh9okIF2+sg6ge7tLjL/TrknCeTJGfBX7fawftIoRTz8psKjSAb4L6+K9SG4CllO0kJMU1J8OZ2VPJ3nz8r3GrKp7hF9dg5/VIHG7nnJJFc9akvbG0+Deu2jdpmzr0b5blRZLV7gqG2gPT9l1xPviedBvKlIec6FLKdjqLOcS3quePdepvv/FsOL3blXEMJz/AYRRB2cULAN0k9FWNjedy1wXIHBWLsdUiiMcUQ7GBF6jWsX3h8VqWZo9Q50H7qMvyAslonVfgIGK3iS+wgAAA==&quot;"/>
    <we:property name="datasetId" value="&quot;63fdc470-ccf5-4aca-a927-439512dffb89&quot;"/>
    <we:property name="embedUrl" value="&quot;/reportEmbed?reportId=dadbf441-fd0c-40dd-8155-66e6c994f3c2&amp;config=eyJjbHVzdGVyVXJsIjoiaHR0cHM6Ly9XQUJJLUJSQVpJTC1TT1VUSC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1603</TotalTime>
  <Words>27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CRISTIANO MORAIS GONÇALVES RAIMUNDO</cp:lastModifiedBy>
  <cp:revision>3</cp:revision>
  <dcterms:created xsi:type="dcterms:W3CDTF">2018-06-07T21:39:02Z</dcterms:created>
  <dcterms:modified xsi:type="dcterms:W3CDTF">2026-05-13T12:20:04Z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